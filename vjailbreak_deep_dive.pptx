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D5EDE-325E-2FBF-51A0-523DC97043C0}" v="4" dt="2026-06-16T05:34:56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am Raza" userId="S::meesam.raza@calsoftinc.com::1bc03457-4c25-4ea0-98ea-b18f3da5f942" providerId="AD" clId="Web-{B94D5EDE-325E-2FBF-51A0-523DC97043C0}"/>
    <pc:docChg chg="modSld">
      <pc:chgData name="Meesam Raza" userId="S::meesam.raza@calsoftinc.com::1bc03457-4c25-4ea0-98ea-b18f3da5f942" providerId="AD" clId="Web-{B94D5EDE-325E-2FBF-51A0-523DC97043C0}" dt="2026-06-16T05:34:56.907" v="3" actId="20577"/>
      <pc:docMkLst>
        <pc:docMk/>
      </pc:docMkLst>
      <pc:sldChg chg="modSp">
        <pc:chgData name="Meesam Raza" userId="S::meesam.raza@calsoftinc.com::1bc03457-4c25-4ea0-98ea-b18f3da5f942" providerId="AD" clId="Web-{B94D5EDE-325E-2FBF-51A0-523DC97043C0}" dt="2026-06-16T05:34:56.907" v="3" actId="20577"/>
        <pc:sldMkLst>
          <pc:docMk/>
          <pc:sldMk cId="0" sldId="259"/>
        </pc:sldMkLst>
        <pc:spChg chg="mod">
          <ac:chgData name="Meesam Raza" userId="S::meesam.raza@calsoftinc.com::1bc03457-4c25-4ea0-98ea-b18f3da5f942" providerId="AD" clId="Web-{B94D5EDE-325E-2FBF-51A0-523DC97043C0}" dt="2026-06-16T05:34:56.907" v="3" actId="20577"/>
          <ac:spMkLst>
            <pc:docMk/>
            <pc:sldMk cId="0" sldId="259"/>
            <ac:spMk id="47" creationId="{00000000-0000-0000-0000-000000000000}"/>
          </ac:spMkLst>
        </pc:spChg>
        <pc:spChg chg="mod">
          <ac:chgData name="Meesam Raza" userId="S::meesam.raza@calsoftinc.com::1bc03457-4c25-4ea0-98ea-b18f3da5f942" providerId="AD" clId="Web-{B94D5EDE-325E-2FBF-51A0-523DC97043C0}" dt="2026-06-16T05:34:44.344" v="2" actId="20577"/>
          <ac:spMkLst>
            <pc:docMk/>
            <pc:sldMk cId="0" sldId="259"/>
            <ac:spMk id="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36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vJailbreak deep dive. This presentation covers the full GitHub repository — architecture, migration flow, and how to migrate a VM from VMware to OpenStack.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vJailbreak is built by Platform9 and is open source. It handles the whole migration lifecycle from vCenter discovery to OpenStack provisioning.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 is organized into clear functional directories. v2v-helper is the heart of the system; ui provides the web interface; k8s houses all the CRDs and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vJailbreak itself is deployed inside OpenStack as a VM. It then reaches out to vCenter via VDDK/NBD, copies disks, converts them, and provisions the new VM on OpenStack via REST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k8s/ folder contains all CRD definitions and their controllers. Each migration is modeled as a Kubernetes resource, giving you full observability and GitOps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close attention to DNS — it's the most common migration failure cause. ESXi host DNS must be configured in /etc/hosts or via resolv.conf inside the vJailbreak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download options: ORAS (recommended, versioned) or direct wget. Then upload to OpenStack Glance and boot a VM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VDDK is a proprietary Broadcom library that must be manually downloaded and placed in /home/ubuntu. virt-v2v cannot convert VMware disks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migration wizard walks you through credential setup, mapping configuration, VM selection, and monitoring. The process is fully tracked as Kubernetes CRDs.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v2v-helper binary does the heavy lifting. It uses govmomi for vCenter, VDDK+NBD for disk streaming, virt-v2v for format conversion, and gophercloud for OpenStack provisioning.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 migration is preferred for production systems — the VM keeps running while disk data is streamed. Cold migration is simpler and doesn't require CBT. Both converge to the same virt-v2v conversion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is built into the UI and kubectl. Each agent is its own OpenStack VM. Draining ensures no migrations are lost when scaling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React/TypeScript UI is a full migration wizard. Screenshots are available in the assets/ directory of the repo. The UI runs on port 80 of the vJailbreak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docs site has guides for every advanced scenario. The guides/ directory in the repo also contains markdown docs covering cluster conversion, CLI migration, Windows specifics,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DNS is the #1 issue. Always configure /etc/hosts with both vCenter and all ESXi host entries before starting any migration. Most other issues are OpenStack quota or networking 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vJailbreak is open source under BSL 1.1 — it converts to MPL 2.0 after 4 years. Contributions are welcome via GitHub PRs. Community channels include Slack and Reddit.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Four-step journey: Install → Configure → Migrate → Operate. Everything is Kubernetes-native, observable, and scriptable via kubectl. Start with the docs at platform9.github.io/vjailbreak.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vJailbreak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VMware to OpenStack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Made Easy</a:t>
            </a:r>
            <a:endParaRPr lang="en-US" sz="3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10849-9A3F-0A20-43E5-238DBA4AC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392976"/>
            <a:ext cx="3213447" cy="2929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vJailbreak?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vJailbreak is a free, open-source tool that simplifies the migration of virtual machines from VMware environments to any OpenStack-compliant cloud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686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960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"Helping VMware users migrate to alternative Hypervisors"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vCenter to discover and access source VMs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VM Conversion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VMDK → QCOW2 and prepare for OpenStack environment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deployment with network and storage mapping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&amp; Cold Migration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options with customizable scheduling and rolling conversion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Verification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checks to ensure successful migration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migration agents up/down based on workload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 Tour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618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v2v-helper/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5910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 migration engine — orchestrates disk copy, format conversion, OpenStack provisioning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6187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618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5910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TypeScript/React frontend — migration wizard, progress monitoring, credential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6187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2618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81928" y="15910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CRDs &amp; controllers — MigrationPlan, MigrationTemplate, VMwareCreds, OpenstackCreds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46888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420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542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" y="28712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appliance config — K3s, cloud-init, firstboot scripts, pf9-install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5420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542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image_builder/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8712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Packer templates to build the vJailbreak qcow2 appliance image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46888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25420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542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8712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manifests, Helm charts, and operator configurations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74904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2219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" y="41513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 packages — virt-v2v wrappers, OpenStack SDK, VMware govmomi helpers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74904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82219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41513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scripts — setup, VDDK config, migration helpers, Windows VirtIO injection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374904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82219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41513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Go/K8s templates for CRD manifests and resource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514600" cy="2350008"/>
          </a:xfrm>
          <a:prstGeom prst="roundRect">
            <a:avLst>
              <a:gd name="adj" fmla="val 38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51460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25146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41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Side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vCenter Server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 Hosts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76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VMDK Disks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151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Inventory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822960"/>
            <a:ext cx="2514600" cy="3227832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822960"/>
            <a:ext cx="251460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24128"/>
            <a:ext cx="25146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841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vJailbreak Appliance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298448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Kubernetes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173736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Controller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217627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176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v2v-helper Agent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2615184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6151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3054096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0540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VDDK Library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3493008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493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virt-v2v + nbdkit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37960" y="82296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822960"/>
            <a:ext cx="2514600" cy="384048"/>
          </a:xfrm>
          <a:prstGeom prst="roundRect">
            <a:avLst>
              <a:gd name="adj" fmla="val 23810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1024128"/>
            <a:ext cx="2514600" cy="182880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841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Target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1298448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Auth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75120" y="173736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1737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Images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75120" y="217627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2176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Volumes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75120" y="2615184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26151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VMs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75120" y="3054096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30540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Networks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0" y="25603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743200" y="2340649"/>
            <a:ext cx="548640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VDDK</a:t>
            </a:r>
            <a:endParaRPr lang="en-US" sz="800" dirty="0"/>
          </a:p>
          <a:p>
            <a:pPr algn="ctr"/>
            <a:endParaRPr lang="en-US" sz="800" b="1" dirty="0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8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NBD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806440" y="2560320"/>
            <a:ext cx="731520" cy="0"/>
          </a:xfrm>
          <a:prstGeom prst="line">
            <a:avLst/>
          </a:prstGeom>
          <a:noFill/>
          <a:ln w="25400">
            <a:solidFill>
              <a:srgbClr val="1E6FA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5861089" y="2340649"/>
            <a:ext cx="657940" cy="47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00" dirty="0"/>
          </a:p>
          <a:p>
            <a:pPr algn="ctr"/>
            <a:endParaRPr lang="en-US" sz="800" b="1" dirty="0">
              <a:solidFill>
                <a:srgbClr val="1E6FA8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800" b="1">
                <a:solidFill>
                  <a:srgbClr val="1E6FA8"/>
                </a:solidFill>
                <a:latin typeface="Calibri"/>
                <a:ea typeface="Calibri"/>
                <a:cs typeface="Calibri"/>
              </a:rPr>
              <a:t>API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28600" y="443484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38328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8328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vJailbreak runs AS a VM inside OpenStack; connects outward to VMware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0" y="443484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10128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10128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(backend), TypeScript/React (UI), K3s (orchestration), virt-v2v, nbdkit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443484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281928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CRDs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81928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MigrationPlan · MigrationTemplate · VMwareCreds · OpenstackCreds · BMRegInfo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CRDs &amp; Controllers  (k8s/ directory)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vJailbreak uses Kubernetes Custom Resource Definitions to model and track every aspect of the migration lifecycle.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2788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8016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481328"/>
            <a:ext cx="278892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167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VMwareCreds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737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vCenter URL, username, password. Validated against vCenter API at creation 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788920" cy="38404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8016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81328"/>
            <a:ext cx="2788920" cy="182880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167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OpenstackCreds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737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auth: auth URL, project, domain, username, password, region. Tested on save.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80160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81328"/>
            <a:ext cx="27889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3167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MigrationTemplate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1737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config: source VMs, network/storage mappings, migration type, scheduling options.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69748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697480"/>
            <a:ext cx="27889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6974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898648"/>
            <a:ext cx="27889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7340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Migration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" y="3154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VM migration run. Tracks phases: Pending → Copying → Converting → Provisioning → Done.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69748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697480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6974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898648"/>
            <a:ext cx="27889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7340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MigrationPlan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0128" y="3154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multiple Migrations. Supports rolling upgrades and scheduled cutover windows.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69748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697480"/>
            <a:ext cx="2788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69748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898648"/>
            <a:ext cx="27889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7340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BMRegInfo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81928" y="3154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registration info for cluster conversion to MAAS-managed physical hosts.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Before You Begin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Environment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vCenter with admin permissions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vSphere environment accessible to vJailbreak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VDDK 8.0.x library (Broadcom download)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642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 hosts reachable by DNS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2296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2834640" cy="182880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Environment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OpenStack-compliant cloud target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1764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storage access configured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auth endpoint reachable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2642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m1.xlarge flavor (or larger) available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82296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82296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051560"/>
            <a:ext cx="28346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Connectivity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vCenter, ESXi, OpenStack APIs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1764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(ping) access for verification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for vCenter, ESXi hosts, OS endpoints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2642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VPN/tunnel setup if cross-network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337560"/>
            <a:ext cx="8686800" cy="594360"/>
          </a:xfrm>
          <a:prstGeom prst="roundRect">
            <a:avLst>
              <a:gd name="adj" fmla="val 1230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015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OS: All operating systems supported by virt-v2v — Windows, RHEL, CentOS, Ubuntu, Debian, Fedora, SUSE and more. See libguestfs.org/virt-v2v-support.1.html for full list.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069080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1480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Critical: DNS for all ESXi hosts must resolve during the VM copy phase. Migration WILL FAIL without DNS for ESXi hosts. Use /etc/hosts or a DNS server — and restart migration-controller-manager after any DNS changes.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Installation: Step-by-Step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vJailbreak Image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82296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89611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oras pull quay.io/platform9/vjailbreak:v0.4.6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 https://vjailbreak.s3.us-west-2.amazonaws.com/releases/latest/vjailbreak.qcow2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vjailbreak-image.qcow2 (ORAS) or vjailbreak.qcow2 (wget)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468880"/>
            <a:ext cx="457200" cy="457200"/>
          </a:xfrm>
          <a:prstGeom prst="ellipse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OpenStack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2402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31343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openstack image create --os-interface admin --insecure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--container-format bare --disk-format qcow2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 vjailbreak-image.qcow2 vjailbreak-image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image in your OpenStack Glance image library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vJailbreak VM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65760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73075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Via OpenStack CLI or Dashboard: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Flavor: m1.xlarge (4 vCPU, 8GB+ RAM)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Network: reachable to vCenter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Security Group: allow HTTP/SSH inbound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flavor for large VM migrations (many/large disks)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Continued: VDDK, DNS &amp; First Login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3327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060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VDDK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804672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87782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 VMware-vix-disklib-8.0.3-*.x86_64.tar.gz ubuntu@&lt;vm-ip&gt;:/home/ubuntu/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ubuntu@&lt;vm-ip&gt;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/home/ubuntu &amp;&amp; tar -xvf VMware-vix-disklib-8.0.3-*.x86_64.tar.gz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Creates: /home/ubuntu/vmware-vix-disklib-distrib/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44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VDDK 8.0.x from developer.broadcom.com — Linux 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45059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78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DNS Resolution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221992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29514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to /etc/hosts inside vJailbreak VM: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sh -c 'echo "192.168.1.100 vcenter.example.com" &gt;&gt; /etc/hosts'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sh -c 'echo "192.168.1.101 esxi01.example.com esxi01" &gt;&gt; /etc/hosts'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restart controller: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migration-system rollout restart deployment migration-controller-manager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ESXi DNS required during disk copy phase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6791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895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First Login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639312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71246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 access: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ubuntu@&lt;vjailbreak-vm-ip&gt;   # default password: password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UI access: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http://&lt;vjailbreak-vm-ip&gt;/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Username: admin  |  Password: password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4279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at first SSH login; UI is available on port 80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Migration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Credentials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27048" y="10287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Mapping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90088" y="10287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53128" y="10287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Migration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16168" y="10287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79208" y="10287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16368" y="777240"/>
            <a:ext cx="132588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777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Done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41732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1417320"/>
            <a:ext cx="4297680" cy="347472"/>
          </a:xfrm>
          <a:prstGeom prst="roundRect">
            <a:avLst>
              <a:gd name="adj" fmla="val 26316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1600200"/>
            <a:ext cx="4297680" cy="1645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14538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Add VMware &amp; OpenStack Credentials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" y="183794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vJailbreak UI, go to Credentials. Add VMwareCreds (vCenter URL, username, password) and OpenstackCreds (auth URL, project, domain, username, password). vJailbreak validates both sets immediately.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41732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417320"/>
            <a:ext cx="429768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600200"/>
            <a:ext cx="42976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14538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Configure Network &amp; Storage Mappings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0328" y="183794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VMware port groups → OpenStack networks. Map VMware datastores → OpenStack volume types. Create a MigrationTemplate with your mapping config — this is reusable across multiple migrations.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20040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200400"/>
            <a:ext cx="429768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383280"/>
            <a:ext cx="42976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2369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Select VMs &amp; Set Migration Options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" y="362102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source VMs from the discovered vCenter inventory. Choose migration type: Hot Migration (minimal downtime, uses CBT) or Cold Migration (VM powered off during copy). Set scheduling if needed.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20040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200400"/>
            <a:ext cx="429768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383280"/>
            <a:ext cx="429768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2369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Monitor Migration Phases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0328" y="362102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goes through: Pending → Disk Copy (VDDK/NBD) → VMDK→QCOW2 Conversion (virt-v2v) → OpenStack Provisioning → Post-migration Health Check → Completed. Track in real-time via UI.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How Migration Works  (v2v-helper/)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32588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govmomi queries vCenter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VM inventory,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layout, network config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38528" y="82296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868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Disk Copy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75688" y="1280160"/>
            <a:ext cx="132588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353312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NBDKit + VDDK streams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VMDK blocks from ESXi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(CBT for hot migration)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8728" y="14630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94176" y="82296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94176" y="868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31336" y="1280160"/>
            <a:ext cx="132588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1353312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virt-v2v converts VMDK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QCOW2, injects VirtIO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(Windows)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94376" y="14630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49824" y="82296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9824" y="868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Provisioning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86984" y="1280160"/>
            <a:ext cx="132588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353312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SDK creates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volume, uploads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boots Nova VM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0024" y="14630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05472" y="82296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5472" y="868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Health Check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42632" y="1280160"/>
            <a:ext cx="132588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1353312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+ OS checks verify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VM is alive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correctly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 Packages &amp; Libraries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8600" y="35204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557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govmomi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vCenter Go SDK for VM discovery and management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5204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557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virt-v2v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tool for converting VMs to KVM/OpenStack format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35204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557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nbdkit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81928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Block Device server for streaming VMDK data from ESXi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42062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gophercloud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Go SDK for Nova, Cinder, Glance API interactions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42062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controller-runtime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controller framework for CRD reconciliation loops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4206240"/>
            <a:ext cx="278892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virtio-win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8192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VirtIO drivers injected for Windows VM compatibility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Options &amp; Modes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4251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Hot Migration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remains POWERED ON during copy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Changed Block Tracking (CBT)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disk copy while VM runs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Admin-triggered cutover window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670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downtime (minutes)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CBT enabled on VM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10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production workloads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251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22960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51560"/>
            <a:ext cx="4251960" cy="228600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85039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Cold Migration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POWERED OFF before copy starts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709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disk copy in powered-off state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CBT requirement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cutover step needed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670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downtime (disk copy time)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990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— no change tracking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non-production / test VMs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858768"/>
            <a:ext cx="2075688" cy="91440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88620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Conversion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migrations in batches to minimize resource usage and control blast radius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41448" y="3858768"/>
            <a:ext cx="2075688" cy="91440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32888" y="388620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Cutover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32888" y="4187952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 cutover windows for hot migration admin-triggered VM switchover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54296" y="3858768"/>
            <a:ext cx="2075688" cy="91440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45736" y="388620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Accel Copy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45736" y="4187952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disk copy using OpenStack Cinder Volume cloning paths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67144" y="3858768"/>
            <a:ext cx="2075688" cy="91440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CD9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58584" y="388620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Hot-Add Proxy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58584" y="4187952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proxy VM for disk copy when direct ESXi access is restricted by firewall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vJailbreak &amp; Agent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parallel migrations by scaling out v2v-helper agents. Each agent handles one VM migration concurrently.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51960" cy="2560320"/>
          </a:xfrm>
          <a:prstGeom prst="roundRect">
            <a:avLst>
              <a:gd name="adj" fmla="val 3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Scale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migration agents to run more concurrent migrations: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vJailbreak UI: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 → Agent Management → Scale 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number of agents to add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via kubectl: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vjailbreak scale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deployment/v2v-helper --replicas=5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51960" cy="2560320"/>
          </a:xfrm>
          <a:prstGeom prst="roundRect">
            <a:avLst>
              <a:gd name="adj" fmla="val 357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Scale 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idle agents to free OpenStack resources: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4884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vJailbreak UI: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 → Agent Management → Scale Down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agents to remove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 drain in-flight migrations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shutting down gracefully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migrations are interrupted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93192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1 agent = 1 concurrent migration. Add agents to parallelize large migration batches.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93192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Each agent is a separate VM on OpenStack — provision with m1.xlarge or larger flavor.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Agents can be scaled up mid-migration-plan to speed up remaining VMs in the queue.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Walkthrough  (ui/ directory — TypeScript + React)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VMware vCenter credentials (URL, username, password) and OpenStack Keystone credentials. Both are validated on save.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8961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Form — 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source VMs from vCenter inventory, choose migration type (hot/cold), and configure scheduling options for the migration plan.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8961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Form — 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network mappings (VMware port group → OpenStack network) and storage mappings (datastore → volume type).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535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54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View — Stage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1148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progress: disk copy phase. Shows transfer rate, bytes copied, estimated time remaining, and current migration phase.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535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54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View — Stage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1148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and provisioning phase. Shows virt-v2v conversion status and OpenStack resource creation progress.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953512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154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Scaling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41148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migration agents up or down from the UI. View active agents, their status, and current workload at a glance.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Features &amp; How-To Guides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42976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6868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Modes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Conversion (ESXi → MAAS physical)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Hot-Add Proxy for restricted networks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Accelerated Copy (Cinder native)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 Disk migration via CLI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8229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22960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24128"/>
            <a:ext cx="42976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86868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Windows-Specific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VirtIO driver injection (virtio-win)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Object (GPO) VM migration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993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Dynamic Disk (LDM) handling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408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vTPM VM migration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26080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127248"/>
            <a:ext cx="4297680" cy="182880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97180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vJailbreak (rolling upgrade)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for reusable migration configs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965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Firstboot scripts post-migration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custom environment variables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926080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127248"/>
            <a:ext cx="42976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97180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&amp; API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401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using kubectl + CRD YAML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749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Swagger UI API reference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0965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logs from migration pods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cutover via API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&amp; Known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&amp; Fixes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nbdcopy fails during disk copy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0" y="1234440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12344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DNS resolution for ESXi hosts missing. Add ESXi FQDNs to /etc/hosts and restart migration-controller-manager.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709928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Migration stuck at 'Provisioning'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1755648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7556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OpenStack quota exceeded or Cinder volume creation timed out. Check Nova/Cinder logs and quota.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231136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76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Windows VM won't boot after migration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276856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2768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VirtIO drivers not injected. Use the VirtIO injection guide in docs or enable Windows VM boot option in vJailbreak settings.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7523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98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vJailbreak UI not accessible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2798064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798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 K3s pod health: kubectl get pods -n vjailbreak. Check security group allows port 80 inbound.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273552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Windows Dynamic Disk (LDM) issues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31920" y="3319272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3192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LDM disks have known limitations. Convert to basic disks in Windows before migration or follow the LDM migration guide.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79476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40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CBT not enabled on VM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31920" y="3840480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3840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Hot migration requires CBT. Enable Changed Block Tracking on vSphere VM settings or use Cold migration mode.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29768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616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Commands:  kubectl logs -n vjailbreak &lt;pod&gt;  |  tail -f /var/log/pf9-install.log  |  kubectl get migrations -A  |  kubectl describe migration &lt;name&gt;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Contributing, Community &amp; License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Contribute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81912" y="14630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09928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9928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branch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(feature/my-feature)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4630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91256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91256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(conventional commits)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44568" y="14630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72584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open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25896" y="14630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53912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53912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 pass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07224" y="14630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1188720"/>
            <a:ext cx="1353312" cy="77724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1188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Merged! 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148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Resources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587752"/>
            <a:ext cx="20848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" y="2651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GitHub Issues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github.com/platform9/vjailbreak/issues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" y="3200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open issues — bug reports &amp; feature requests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2587752"/>
            <a:ext cx="20848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2651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Documentation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platform9.github.io/vjailbreak/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3200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docs: architecture, guides, API reference, release notes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72584" y="2587752"/>
            <a:ext cx="20848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82312" y="2651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Slack Community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8231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join.slack.com/t/vjailbreak/...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2312" y="3200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vjailbreak Slack workspace for help and discussion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94576" y="2587752"/>
            <a:ext cx="20848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04304" y="2651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Reddit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04304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reddit.com/r/vjailbreak/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04304" y="3200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on r/vjailbreak for announcements and discussions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3913632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6EAF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977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Business Source License 1.1 (BSL)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279392"/>
            <a:ext cx="5029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Licensor: Platform9 Systems, Inc.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Date: 4 years from publish date  →  Change License: MPL 2.0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alternative licensing: info@platform9.com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3913632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3977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 Source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97880" y="4279392"/>
            <a:ext cx="2880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virt-v2v · nbdkit · K3s · OpenStack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govmomi · virtio-win · cert-manager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Quick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75688" cy="324612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075688" cy="502920"/>
          </a:xfrm>
          <a:prstGeom prst="roundRect">
            <a:avLst>
              <a:gd name="adj" fmla="val 181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075688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417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oras pull quay.io/platform9/vjailbreak:v0.4.5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057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qcow2 to OpenStack Glance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VM (m1.xlarge+)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3337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VDDK 8.0.x to /home/ubuntu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41448" y="822960"/>
            <a:ext cx="2075688" cy="324612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822960"/>
            <a:ext cx="2075688" cy="502920"/>
          </a:xfrm>
          <a:prstGeom prst="roundRect">
            <a:avLst>
              <a:gd name="adj" fmla="val 181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051560"/>
            <a:ext cx="2075688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8503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DNS to /etc/hosts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51176" y="2057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SSH: ubuntu / password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51176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http://&lt;ip&gt;/ admin/password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51176" y="3337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VMware + OpenStack credentials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822960"/>
            <a:ext cx="2075688" cy="324612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822960"/>
            <a:ext cx="2075688" cy="502920"/>
          </a:xfrm>
          <a:prstGeom prst="roundRect">
            <a:avLst>
              <a:gd name="adj" fmla="val 181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4296" y="1051560"/>
            <a:ext cx="2075688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8503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Migrate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4024" y="1417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networks &amp; storage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64024" y="2057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VMs from vCenter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64024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hot or cold migration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3337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via UI or kubectl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67144" y="822960"/>
            <a:ext cx="2075688" cy="324612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67144" y="822960"/>
            <a:ext cx="2075688" cy="502920"/>
          </a:xfrm>
          <a:prstGeom prst="roundRect">
            <a:avLst>
              <a:gd name="adj" fmla="val 181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7144" y="1051560"/>
            <a:ext cx="2075688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85039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Operate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76872" y="1417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agents for parallel runs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76872" y="2057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logs: kubectl logs -n vjailbreak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76872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via rolling restart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76872" y="3337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via pf9-install.log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3012</Words>
  <Application>Microsoft Office PowerPoint</Application>
  <PresentationFormat>On-screen Show (16:9)</PresentationFormat>
  <Paragraphs>391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vJailbreak - VMware to OpenStack Migration</dc:title>
  <dc:subject>PptxGenJS Presentation</dc:subject>
  <dc:creator>PptxGenJS</dc:creator>
  <cp:lastModifiedBy>Ritik kumar gupta</cp:lastModifiedBy>
  <cp:revision>8</cp:revision>
  <dcterms:created xsi:type="dcterms:W3CDTF">2026-06-15T17:06:55Z</dcterms:created>
  <dcterms:modified xsi:type="dcterms:W3CDTF">2026-06-16T05:35:00Z</dcterms:modified>
</cp:coreProperties>
</file>